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napToGrid="0">
      <p:cViewPr varScale="1">
        <p:scale>
          <a:sx n="99" d="100"/>
          <a:sy n="99" d="100"/>
        </p:scale>
        <p:origin x="1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0EE0-4EF2-410E-B326-CDD7B929F73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5D22-4BDD-42AE-96FD-B30EBCE15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30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0EE0-4EF2-410E-B326-CDD7B929F73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5D22-4BDD-42AE-96FD-B30EBCE15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27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0EE0-4EF2-410E-B326-CDD7B929F73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5D22-4BDD-42AE-96FD-B30EBCE15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95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0EE0-4EF2-410E-B326-CDD7B929F73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5D22-4BDD-42AE-96FD-B30EBCE15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915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0EE0-4EF2-410E-B326-CDD7B929F73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5D22-4BDD-42AE-96FD-B30EBCE15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81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0EE0-4EF2-410E-B326-CDD7B929F73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5D22-4BDD-42AE-96FD-B30EBCE15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7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0EE0-4EF2-410E-B326-CDD7B929F73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5D22-4BDD-42AE-96FD-B30EBCE15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4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0EE0-4EF2-410E-B326-CDD7B929F73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5D22-4BDD-42AE-96FD-B30EBCE15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553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0EE0-4EF2-410E-B326-CDD7B929F73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5D22-4BDD-42AE-96FD-B30EBCE15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9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0EE0-4EF2-410E-B326-CDD7B929F73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5D22-4BDD-42AE-96FD-B30EBCE15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62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0EE0-4EF2-410E-B326-CDD7B929F73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E5D22-4BDD-42AE-96FD-B30EBCE15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6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A0EE0-4EF2-410E-B326-CDD7B929F73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E5D22-4BDD-42AE-96FD-B30EBCE15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5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968" y="110690"/>
            <a:ext cx="5024387" cy="33495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968" y="3460282"/>
            <a:ext cx="5024387" cy="33495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202" y="110693"/>
            <a:ext cx="5024387" cy="33495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202" y="3460283"/>
            <a:ext cx="5024387" cy="334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002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732"/>
            <a:ext cx="4969969" cy="33133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05044"/>
            <a:ext cx="4969969" cy="33133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739" y="409288"/>
            <a:ext cx="8067261" cy="630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108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723" y="43902"/>
            <a:ext cx="5767479" cy="38449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1486" y="43901"/>
            <a:ext cx="5767479" cy="38449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4" y="3888887"/>
            <a:ext cx="4446732" cy="29644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351" y="3888887"/>
            <a:ext cx="4446732" cy="29644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068" y="3888887"/>
            <a:ext cx="4446732" cy="296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760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59591" cy="33730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3060"/>
            <a:ext cx="5059591" cy="33730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491" y="518315"/>
            <a:ext cx="7966509" cy="570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11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09" y="135707"/>
            <a:ext cx="5555974" cy="37039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9" y="3839689"/>
            <a:ext cx="4497340" cy="29982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603" y="135707"/>
            <a:ext cx="5555974" cy="37039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688" y="3839689"/>
            <a:ext cx="4497340" cy="29982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192" y="3839689"/>
            <a:ext cx="4497340" cy="299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00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4</cp:revision>
  <dcterms:created xsi:type="dcterms:W3CDTF">2026-05-15T18:34:00Z</dcterms:created>
  <dcterms:modified xsi:type="dcterms:W3CDTF">2026-05-15T19:24:40Z</dcterms:modified>
</cp:coreProperties>
</file>